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57" r:id="rId4"/>
    <p:sldId id="261" r:id="rId5"/>
    <p:sldId id="273" r:id="rId6"/>
    <p:sldId id="274" r:id="rId7"/>
    <p:sldId id="258" r:id="rId8"/>
    <p:sldId id="259" r:id="rId9"/>
    <p:sldId id="262" r:id="rId10"/>
    <p:sldId id="263" r:id="rId11"/>
    <p:sldId id="271" r:id="rId12"/>
    <p:sldId id="264" r:id="rId13"/>
    <p:sldId id="272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4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2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9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57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9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3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8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2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85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469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34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88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707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63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8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1F103-4EC2-4A30-9481-000E890B23D0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5D119-80F4-441F-B1DD-70C159CFE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684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201E-06D1-44AC-AC1B-056326A08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400174"/>
            <a:ext cx="8791575" cy="3390901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Daily Expense Analysis  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GB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for Data Analysis)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D77FF-CB51-40F2-A478-BCD1285FE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8100" y="4419600"/>
            <a:ext cx="6819900" cy="1790700"/>
          </a:xfrm>
        </p:spPr>
        <p:txBody>
          <a:bodyPr/>
          <a:lstStyle/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by:-Arti kejbhat</a:t>
            </a:r>
          </a:p>
        </p:txBody>
      </p:sp>
    </p:spTree>
    <p:extLst>
      <p:ext uri="{BB962C8B-B14F-4D97-AF65-F5344CB8AC3E}">
        <p14:creationId xmlns:p14="http://schemas.microsoft.com/office/powerpoint/2010/main" val="294813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7B8F-CA05-4EBA-A770-80712F27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088-C53A-43E7-9679-31A871AE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project is to analyse household expenses using SQL and convert raw expense data into meaningful financial insights.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2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7B43-E4BF-4FB6-9B2C-C2F2252B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9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06F9-2CCD-4363-A167-3A5B7520F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375"/>
            <a:ext cx="10515600" cy="47005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Problem Statement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family has multiple daily expenses such as: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and utilities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expenses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&amp; EMI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72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6B16-D649-424C-8901-04D5A385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2900"/>
            <a:ext cx="9905998" cy="18859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A63666-7459-4270-A097-A63ED5912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3821"/>
            <a:ext cx="8543925" cy="473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household spending patterns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expenses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small and unusual expenses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payment behaviour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recurring expenses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pending/partial payments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and average spending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expenses requiring attention </a:t>
            </a:r>
          </a:p>
        </p:txBody>
      </p:sp>
    </p:spTree>
    <p:extLst>
      <p:ext uri="{BB962C8B-B14F-4D97-AF65-F5344CB8AC3E}">
        <p14:creationId xmlns:p14="http://schemas.microsoft.com/office/powerpoint/2010/main" val="272932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46CD-FA4C-470F-94E4-1DF1F124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0975"/>
            <a:ext cx="9905998" cy="14763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Challenges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12A5F-0360-4A97-BE27-CA4BEF91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33525"/>
            <a:ext cx="9905999" cy="4667250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JOIN Queries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JOIN queries especially when we when we needed information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expenses and payment methods tables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Empty Results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a query returned zero rows. I learned that this does not always mean there is an error; it can simply mean that no record matches the given condition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33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0172-E812-4AB7-9991-5CD2E76B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9551"/>
            <a:ext cx="9905998" cy="11811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0C22-CA0F-4541-94A4-B41131E4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23999"/>
            <a:ext cx="9905999" cy="4267201"/>
          </a:xfrm>
        </p:spPr>
        <p:txBody>
          <a:bodyPr>
            <a:normAutofit fontScale="77500" lnSpcReduction="20000"/>
          </a:bodyPr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</a:t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have a limited number of expense records.</a:t>
            </a:r>
          </a:p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 Categories</a:t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use predefined expense categories.</a:t>
            </a:r>
          </a:p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Data</a:t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payment analysis depends on available data.</a:t>
            </a:r>
          </a:p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Past Data</a:t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analyze recorded expenses, not future spending.</a:t>
            </a:r>
          </a:p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depend on correct data entry.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41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D178-BC1A-4A50-9023-DE872E7B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45C98-5AD2-4AF2-B197-60E421689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133477"/>
            <a:ext cx="9810750" cy="5359398"/>
          </a:xfrm>
        </p:spPr>
      </p:pic>
    </p:spTree>
    <p:extLst>
      <p:ext uri="{BB962C8B-B14F-4D97-AF65-F5344CB8AC3E}">
        <p14:creationId xmlns:p14="http://schemas.microsoft.com/office/powerpoint/2010/main" val="88799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AB0A-1235-45A9-BEBE-2D186C89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885825"/>
            <a:ext cx="9905998" cy="29813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Understanding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(important column in expenses)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4B5C6F-3975-4167-A2C1-A36DC1196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1247775"/>
            <a:ext cx="10020299" cy="5076825"/>
          </a:xfrm>
        </p:spPr>
      </p:pic>
    </p:spTree>
    <p:extLst>
      <p:ext uri="{BB962C8B-B14F-4D97-AF65-F5344CB8AC3E}">
        <p14:creationId xmlns:p14="http://schemas.microsoft.com/office/powerpoint/2010/main" val="307364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6B49-E02D-4D5C-B5DC-159E55B8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36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3A15B0-02DB-4476-A29E-F660C352C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0" y="1443859"/>
            <a:ext cx="57531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 precedence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6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BC5A-49EB-4AF7-B13E-F1A7F3AD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C6EF-B8B1-4E57-A36B-45D9A380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512445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UPI Spending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family understand its digital payment behaviour and how much spending is done through UPI.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E8EB8-ED88-4C30-A15C-D8FFEE3AF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1847851"/>
            <a:ext cx="8229600" cy="22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39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3108-3DC8-4ED9-96BF-D1811046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7650"/>
            <a:ext cx="9905998" cy="1238250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356BCD-92B2-442C-AA39-04798FE77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525" y="1600199"/>
            <a:ext cx="1104900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5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31F2-E753-4559-95F2-66738D62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34302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Expenses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4E4E-764D-45A7-8D80-02828F659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Recurring?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 expenses that occur repeatedly, such as monthly or yearly expenses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Bill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Maintenance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Recharge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EMI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E7A4D-6A5D-44E9-8756-966AE618E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686050"/>
            <a:ext cx="6780211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22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29B4-3822-4DE4-BF12-7F7BAA4BE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A4CC29-E52D-4F55-8927-8D4CD372C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177" y="2028825"/>
            <a:ext cx="9905998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6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A51D-49B7-46A6-A112-D15D3CF7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Expense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442E3-46EA-4375-933F-10FFF3D1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71650"/>
            <a:ext cx="9905999" cy="4362450"/>
          </a:xfrm>
        </p:spPr>
        <p:txBody>
          <a:bodyPr>
            <a:normAutofit fontScale="40000" lnSpcReduction="20000"/>
          </a:bodyPr>
          <a:lstStyle/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current data, the amount &gt; ₹2,000 query identifies 7 high-value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examples include: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Fees  =  ₹25,000 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Tax  =  ₹8,500 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Tests  =  ₹4,500 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Bill  =  ₹3,250 </a:t>
            </a:r>
          </a:p>
          <a:p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Train Tickets  = ₹3,200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69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08E9-C13F-43D0-9A88-1B55634FC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8993"/>
            <a:ext cx="9905998" cy="130553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Aggregation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F6C3-7850-4C46-995F-75B280FC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SUM(amount)FROM expenses;(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→ Total spending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AVG(amount)FROM expenses;(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→ Average expense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MAX(amount), MIN(amount)FROM expenses;(MAX → Highest expense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→ Lowest expense)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COUNT(*)FROM expenses;(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→ Number of transactions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85E3-B5F6-47E0-9206-995BB654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7650"/>
            <a:ext cx="9905998" cy="123825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2D679-4A46-47F0-97C8-379ADC1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09725"/>
            <a:ext cx="9905999" cy="4438650"/>
          </a:xfrm>
        </p:spPr>
        <p:txBody>
          <a:bodyPr>
            <a:normAutofit fontScale="85000" lnSpcReduction="10000"/>
          </a:bodyPr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SQL analysis: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expenses need special attention.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expenses represent regular financial commitments.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is one of the payment methods used by the family.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Education, taxation and medical expenses can create large transactions.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expenses should also be monitored because they can accumulate over time.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Pending/partial payments need follow-up</a:t>
            </a:r>
            <a:r>
              <a:rPr lang="en-GB" sz="2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090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9410F-0EDB-4DB3-93A5-A7D63CB4F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4" y="323850"/>
            <a:ext cx="9972675" cy="6324600"/>
          </a:xfrm>
        </p:spPr>
      </p:pic>
    </p:spTree>
    <p:extLst>
      <p:ext uri="{BB962C8B-B14F-4D97-AF65-F5344CB8AC3E}">
        <p14:creationId xmlns:p14="http://schemas.microsoft.com/office/powerpoint/2010/main" val="3779069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AD55-747B-4D87-9926-DDC943EF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0026"/>
            <a:ext cx="9905998" cy="12001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DB0D7E-11FF-4CB4-872A-35F79B5F2D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9223"/>
            <a:ext cx="9665659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helped us understand how a real-life household problem can be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into a data analysis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SQL,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able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 household expense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 specific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payment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recurring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financial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high-value transactions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SQL results into meaningful business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48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B4FE-F0F4-4F75-85D1-676FFB29A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687032"/>
          </a:xfrm>
        </p:spPr>
        <p:txBody>
          <a:bodyPr>
            <a:norm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THANK YOU….!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670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308</TotalTime>
  <Words>570</Words>
  <Application>Microsoft Office PowerPoint</Application>
  <PresentationFormat>Widescreen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Trebuchet MS</vt:lpstr>
      <vt:lpstr>Tw Cen MT</vt:lpstr>
      <vt:lpstr>Circuit</vt:lpstr>
      <vt:lpstr> Household Daily Expense Analysis   (Using SQL for Data Analysis)  </vt:lpstr>
      <vt:lpstr>            Purpose of this project</vt:lpstr>
      <vt:lpstr>              Business Understanding</vt:lpstr>
      <vt:lpstr>              Project Objectives</vt:lpstr>
      <vt:lpstr>                        Challenges </vt:lpstr>
      <vt:lpstr>                 Project Constraints</vt:lpstr>
      <vt:lpstr>                  Database Structure</vt:lpstr>
      <vt:lpstr>                Data Understanding                        (important column in expenses)</vt:lpstr>
      <vt:lpstr>                     SQL Analysis</vt:lpstr>
      <vt:lpstr>                  Payment Behaviour</vt:lpstr>
      <vt:lpstr>                          Output</vt:lpstr>
      <vt:lpstr>                     Recurring Expenses</vt:lpstr>
      <vt:lpstr>                                   OUTPUT</vt:lpstr>
      <vt:lpstr>          High-Value Expense Analysis</vt:lpstr>
      <vt:lpstr>               Aggregation Analysis</vt:lpstr>
      <vt:lpstr>                      Key Findings</vt:lpstr>
      <vt:lpstr>PowerPoint Presentation</vt:lpstr>
      <vt:lpstr>                          Conclusion</vt:lpstr>
      <vt:lpstr>                   THANK YOU….!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Daily Expense Analysis</dc:title>
  <dc:creator>DELL</dc:creator>
  <cp:lastModifiedBy>DELL</cp:lastModifiedBy>
  <cp:revision>23</cp:revision>
  <dcterms:created xsi:type="dcterms:W3CDTF">2026-08-29T17:30:59Z</dcterms:created>
  <dcterms:modified xsi:type="dcterms:W3CDTF">2026-08-31T05:37:33Z</dcterms:modified>
</cp:coreProperties>
</file>